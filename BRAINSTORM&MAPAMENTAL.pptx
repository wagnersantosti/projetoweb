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98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26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7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590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49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44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817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5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826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50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36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542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3349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871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039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9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39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144F9FF-E7ED-4EF7-8844-EA2CE6C683FE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4346DB8-3634-44F4-B828-7D4A31CF3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938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955965"/>
            <a:ext cx="6958678" cy="2430700"/>
          </a:xfrm>
        </p:spPr>
        <p:txBody>
          <a:bodyPr/>
          <a:lstStyle/>
          <a:p>
            <a:r>
              <a:rPr lang="pt-BR" sz="4000" dirty="0" smtClean="0"/>
              <a:t>BRAINSTORM</a:t>
            </a:r>
            <a:br>
              <a:rPr lang="pt-BR" sz="4000" dirty="0" smtClean="0"/>
            </a:br>
            <a:r>
              <a:rPr lang="pt-BR" sz="4000" dirty="0"/>
              <a:t>E</a:t>
            </a:r>
            <a:r>
              <a:rPr lang="pt-BR" sz="4000" dirty="0" smtClean="0"/>
              <a:t/>
            </a:r>
            <a:br>
              <a:rPr lang="pt-BR" sz="4000" dirty="0" smtClean="0"/>
            </a:br>
            <a:r>
              <a:rPr lang="pt-BR" sz="4000" dirty="0" smtClean="0"/>
              <a:t>MAPA MENTAL</a:t>
            </a:r>
            <a:endParaRPr lang="pt-BR" sz="4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AULA 04.05.22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555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BRAINSTORM</a:t>
            </a:r>
            <a:br>
              <a:rPr lang="pt-BR" dirty="0"/>
            </a:b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222" y="2589714"/>
            <a:ext cx="5320145" cy="3129496"/>
          </a:xfrm>
        </p:spPr>
      </p:pic>
    </p:spTree>
    <p:extLst>
      <p:ext uri="{BB962C8B-B14F-4D97-AF65-F5344CB8AC3E}">
        <p14:creationId xmlns:p14="http://schemas.microsoft.com/office/powerpoint/2010/main" val="208815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MAPA MENTAL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897" y="2518873"/>
            <a:ext cx="7407372" cy="3356466"/>
          </a:xfrm>
        </p:spPr>
      </p:pic>
    </p:spTree>
    <p:extLst>
      <p:ext uri="{BB962C8B-B14F-4D97-AF65-F5344CB8AC3E}">
        <p14:creationId xmlns:p14="http://schemas.microsoft.com/office/powerpoint/2010/main" val="58053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12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Garamond</vt:lpstr>
      <vt:lpstr>Orgânico</vt:lpstr>
      <vt:lpstr>BRAINSTORM E MAPA MENTAL</vt:lpstr>
      <vt:lpstr>BRAINSTORM </vt:lpstr>
      <vt:lpstr>MAPA MENTAL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BRAINSTORM E MAPA MENTAL</dc:title>
  <dc:creator>Técnico em Informática</dc:creator>
  <cp:lastModifiedBy>Técnico em Informática</cp:lastModifiedBy>
  <cp:revision>1</cp:revision>
  <dcterms:created xsi:type="dcterms:W3CDTF">2022-05-04T23:36:40Z</dcterms:created>
  <dcterms:modified xsi:type="dcterms:W3CDTF">2022-05-04T23:41:49Z</dcterms:modified>
</cp:coreProperties>
</file>